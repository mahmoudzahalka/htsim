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Lossless vs Lossy Datacenter Transports</a:t>
            </a:r>
          </a:p>
          <a:p>
            <a:pPr algn="l">
              <a:spcAft>
                <a:spcPts val="400"/>
              </a:spcAft>
            </a:pPr>
            <a:r>
              <a:rPr sz="2100" b="0" i="0">
                <a:solidFill>
                  <a:srgbClr val="CFD8EA"/>
                </a:solidFill>
                <a:latin typeface="Calibri"/>
              </a:rPr>
              <a:t>IB (RoCE + DCQCN)  vs  Ultra Ethernet (UEC)  —  flat fabrics and rail-optimized GPU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38912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9FB2D0"/>
                </a:solidFill>
                <a:latin typeface="Calibri"/>
              </a:rPr>
              <a:t>Two congestion philosophies, measured on a flat 200G fat-tree and on a 1024-GPU rail-optimized cluster with NVLink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AI / HPC datacenters are bottlenecked by the network, not compute: distributed training and storage are dominated by collective communication (incast, all-to-all, all-reduce).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These patterns create extreme, bursty congestion — many senders hitting one link at once — which a naïve fabric handles badly (drops, retransmissions, collapse).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Two competing industry philosophies for the fabric: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InfiniBand-style / RoCE: keep the fabric LOSSLESS (PFC back-pressure) and add DCQCN congestion control to slow senders before buffers overflow.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Ultra Ethernet (UEC): let the fabric DROP, but spray each packet across all paths and retransmit fast — tolerate loss instead of preventing it.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Question: which wins, on which workloads, and what does each pay for its performance?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Approach: build BOTH stacks in the htsim packet simulator and measure them under identical conditions.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two stacks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IB — RoCE transport + DCQCN + lossless PFC fabric: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Per-flow ECMP (one path per flow, in-order delivery).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PFC pauses upstream when a switch buffer fills → no packet loss.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DCQCN: switches mark packets (ECN) as queues build; senders cut rate on the signal.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UET — UEC transport (NSCC congestion control) + lossy fabric: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Per-packet spray across ALL paths → uses full bisection bandwidth.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Packet trimming: overflowing packets are dropped (payload trimmed) and NACK'd → fast retransmit.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Reorder-tolerant receiver (spray causes heavy reordering).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Both simulated in htsim on the SAME topology and workloads → a controlled, apples-to-apples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Experimental setup — matched on both sides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55555"/>
                </a:solidFill>
                <a:latin typeface="Calibri"/>
              </a:rPr>
              <a:t>Everything held constant except the transport/fabric — so differences are attributable to the stack.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Topology: 3-tier fat-tree, 200 Gbps links (a3_200g topos).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Scale: 128 nodes and 1024 nodes.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Oversubscription sweep: 1:1, 4:1, 8:1 (core bandwidth reduced — models cost-driven real fat-trees).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Flow sizes: 16, 64, 100 MB (bulk collective-style transfers).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Identical traffic matrices (.cm) fed to both stacks; identical link speed &amp; topology.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The only intentional difference besides the transport: MTU 4000 (IB) vs 4150 (UET) — each stack's native default; effect is small and proportional.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Workloads we ran — and what they mimic 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Permutation — random &amp; full-bisection:  each node sends to one other node.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Mimics uniform shuffle / general point-to-point traffic; full-bisection maximally stresses the network core.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Incast (random) — many senders → one receiver (all-to-one):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The classic datacenter pain point: distributed-storage reads, MapReduce shuffle-to-reducer, parameter-server gather, partition/aggregate query fan-in.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Incast (remote) — incast where senders are the far half of the fabric: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Same fan-in but forced across the core → stresses incast AND core bandwidth together.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Outcast-incast — combined fan-out then fan-in: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Scatter-then-gather / tree-reduction communication.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Workloads we ran — and what they mimic 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All-to-all (a2a) — every node sends to every other node: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The most demanding collective. Mimics MPI_Alltoall: Mixture-of-Experts routing, embedding/table shuffles in recommendation models, FFT transposes, distributed sort.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Serial vs concurrent variants: staged rounds vs all pairs firing at once (peak stress).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Ring all-reduce — ring-structured gradient aggregation: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The dominant collective in data-parallel deep-learning training (gradient sync every step).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Oversubscription (1:1 → 8:1) mimics real fat-trees thinned at the core for cost — testing each stack as the network gets more contended.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Together these span the traffic that actually limits AI/HPC clusters — from benign permutation to pathological all-to-one incast.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we measure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Common (directly comparable between stacks):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Makespan — time for the whole workload to complete (the bottom line).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Flow-completion time (FCT) &amp; slowdown = FCT ÷ ideal (tail latency).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Per-tier link utilization (how well each fabric uses the network).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Completion / robustness — did every flow actually finish?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Each stack's native congestion signal (different mechanisms):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UET: packet-trim / NACK rate and retransmission count (its cost of dropping).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IB: PFC pause count &amp; pause-time, and peak buffer occupancy (its cost of back-pressure).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IB also: per-flow Jain fairness (how evenly bandwidth is shared).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Results — UET (Ultra Ethernet)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CFD8EA"/>
                </a:solidFill>
                <a:latin typeface="Calibri"/>
              </a:rPr>
              <a:t>Lossy fabric, per-packet spray + trimming, NSCC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UET — makespan vs oversubscription (128 nodes)</a:t>
            </a:r>
          </a:p>
        </p:txBody>
      </p:sp>
      <p:pic>
        <p:nvPicPr>
          <p:cNvPr id="4" name="Picture 3" descr="fig1_makespan_vs_os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43000"/>
            <a:ext cx="10972800" cy="3846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099448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36024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Spray uses all paths, so permutation finishes fast; incast/all-to-all dominate and grow steeply with oversubscription.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UET — congestion (packet-trim / NACK rate)</a:t>
            </a:r>
          </a:p>
        </p:txBody>
      </p:sp>
      <p:pic>
        <p:nvPicPr>
          <p:cNvPr id="4" name="Picture 3" descr="fig2_nack_vs_os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280" y="1143000"/>
            <a:ext cx="6961134" cy="4617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870448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07024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Trim rate climbs sharply with oversubscription — under 8:1 a large fraction of packets are dropped and retransmitted (up to billions of retransmits for all-to-all).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UET — per-tier link utilization (128 nodes, 100 MB)</a:t>
            </a:r>
          </a:p>
        </p:txBody>
      </p:sp>
      <p:pic>
        <p:nvPicPr>
          <p:cNvPr id="4" name="Picture 3" descr="fig3_utilization_heatmaps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931" y="1143000"/>
            <a:ext cx="8985833" cy="4617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870448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07024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Per-packet spray saturates links to ~100% across tiers — UET extracts maximum bandwidth from the fabric.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D5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UET — serial vs concurrent all-to-all (128 nodes)</a:t>
            </a:r>
          </a:p>
        </p:txBody>
      </p:sp>
      <p:pic>
        <p:nvPicPr>
          <p:cNvPr id="4" name="Picture 3" descr="fig4_a2a_serial_vs_concurrent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43000"/>
            <a:ext cx="10972800" cy="301141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4264146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00722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Concurrent all-to-all is far harder than staged/serial — peak contention drives both makespan and trim rate up.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Results — IB (RoCE + DCQCN)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CFD8EA"/>
                </a:solidFill>
                <a:latin typeface="Calibri"/>
              </a:rPr>
              <a:t>Lossless PFC fabric, per-flow ECMP, DCQCN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IB — makespan vs oversubscription (128 nodes)</a:t>
            </a:r>
          </a:p>
        </p:txBody>
      </p:sp>
      <p:pic>
        <p:nvPicPr>
          <p:cNvPr id="4" name="Picture 3" descr="fig1_makespan_vs_os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43000"/>
            <a:ext cx="10972800" cy="3846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099448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36024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Incast is flat in OS (receiver is the bottleneck); permutation grows with OS because IB uses one path per flow (no spray).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IB — makespan vs oversubscription (1024 nodes)</a:t>
            </a:r>
          </a:p>
        </p:txBody>
      </p:sp>
      <p:pic>
        <p:nvPicPr>
          <p:cNvPr id="4" name="Picture 3" descr="fig2_makespan_vs_os_1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43000"/>
            <a:ext cx="10972800" cy="384473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097461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34037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Same structure holds at scale; IB completes every 1024-node workload, including the extreme incasts.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IB — PFC back-pressure (its congestion cost)</a:t>
            </a:r>
          </a:p>
        </p:txBody>
      </p:sp>
      <p:pic>
        <p:nvPicPr>
          <p:cNvPr id="4" name="Picture 3" descr="fig5_pfc_pause_vs_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43000"/>
            <a:ext cx="10972800" cy="45529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805701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842277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IB is lossless (zero retransmits) — instead it pays in PFC pause-time, which rises steeply with oversubscription, most for incast.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IB — per-tier link utilization (128 nodes, 100 MB)</a:t>
            </a:r>
          </a:p>
        </p:txBody>
      </p:sp>
      <p:pic>
        <p:nvPicPr>
          <p:cNvPr id="4" name="Picture 3" descr="fig4_utilization_heatmaps_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29" y="1143000"/>
            <a:ext cx="7372636" cy="46177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870448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907024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DCQCN paces senders → link utilization is lower and smoother than UET's saturation (bandwidth traded for gentleness).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IB — fairness &amp; tail slowdown  (unique to IB instrumentation)</a:t>
            </a:r>
          </a:p>
        </p:txBody>
      </p:sp>
      <p:pic>
        <p:nvPicPr>
          <p:cNvPr id="4" name="Picture 3" descr="fig6_fairness_vs_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486400" cy="22750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594360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Jain fairness: incast is near-perfectly fair; permutation &amp; outcast grow UNFAIR under oversubscription (down to ~0.4).</a:t>
            </a:r>
          </a:p>
        </p:txBody>
      </p:sp>
      <p:pic>
        <p:nvPicPr>
          <p:cNvPr id="6" name="Picture 5" descr="fig7_slowdown_p99_vs_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25880"/>
            <a:ext cx="5486400" cy="22764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1928" y="5943600"/>
            <a:ext cx="5486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555555"/>
                </a:solidFill>
                <a:latin typeface="Calibri"/>
              </a:rPr>
              <a:t>Tail slowdown (p99): incast pays a huge tail (100×+), permutation stays low.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IB — peak PFC buffer occupancy (lossless buffer cost)</a:t>
            </a:r>
          </a:p>
        </p:txBody>
      </p:sp>
      <p:pic>
        <p:nvPicPr>
          <p:cNvPr id="4" name="Picture 3" descr="fig8_peak_buffer_vs_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43000"/>
            <a:ext cx="10972800" cy="455018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802916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839492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How much buffer the lossless fabric actually needs — the memory price of never dropping a packet.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Analysis — putting them side by side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Analysis (1):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UET is generally faster — makespan ratio IB/UET ≈ 2.2× on average; IB is faster on only ~18 of 96 matched runs.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Biggest gap is PERMUTATION: IB is 3–4× slower.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Why: UET sprays every packet across all 128 paths and saturates the fabric; IB pins each flow to one ECMP path (RoCE needs near-in-order delivery), so flows collide.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IB wins the HARD incasts: on 1024-node random incast IB is ~12% faster with a better tail.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Why: the receiver port is the physical bottleneck — spray can't help — and IB avoids UET's retransmission overhead there.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Analysis (2): robustness &amp; the cost of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Robustness — IB completed ALL 99 runs. UET left the most extreme cases unfinished: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1024-node random incast at 8:1 oversubscription — incomplete (all sizes).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1024-node all-to-all — timed out.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The cost each stack pays under heavy congestion is opposite: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UET burns BANDWIDTH on retransmissions — up to ~3 billion retransmits in one all-to-all run (each packet sent ~8× at 8:1 oversubscription).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IB burns TIME on back-pressure — zero retransmits, but PFC pauses stall senders (hundreds of port-seconds), and it needs large lossless buffers.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Utilization mirrors this: UET saturates links (~100%); IB deliberately runs them cooler (DCQCN pacing).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Part 2 — Rail-Optimized Clusters + NVLink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931920"/>
            <a:ext cx="9418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CFD8EA"/>
                </a:solidFill>
                <a:latin typeface="Calibri"/>
              </a:rPr>
              <a:t>Modelling how AI clusters are actually built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Why rail-optimized? (the real hardware)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Everything so far assumed a FLAT fabric: every GPU is just an endpoint on a fat-tree. Real AI clusters are not built that way.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A DGX-class server holds 8 GPUs joined internally by NVLink/NVSwitch — roughly 450 GB/s per GPU per direction, ~18x a 200G NIC.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Each GPU also has its OWN 200-400G NIC, and each of those NICs is wired to a DIFFERENT switch — its 'rail'. 8 GPUs per server =&gt; 8 rails.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So a leaf switch does NOT hold whole servers: it holds ONE GPU from each of many servers — that is what makes it a rail.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Consequence: two GPUs on the same rail are one hop apart; two GPUs in the same server are NOT (they are on different rails) — but they have NVLink between them.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Purpose: make the traffic that collectives generate either stay inside the server (NVLink, very fast) or stay inside a rail (one leaf, no spine).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topology we built (1024 GPUs, DGX SuperPOD-class)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128 servers x 8 GPUs = 1024 GPUs; each GPU has its own 200G NIC on its own rail.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8 rails; each rail is served by 4 leaf switches (32 servers each) =&gt; 32 leaves total, each 32 down + 32 up = 64 ports (real Quantum-2-class radix).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32 spines, 2-tier leaf-spine, fully NON-BLOCKING, diameter 4.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Host-&gt;leaf mapping (this is the whole difference):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GPU g  -&gt;  rail r = g mod 8,  server s = g / 8,  leaf = r*4 + s/32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i.e. hosts are attached STRIDED, not consecutively. A leaf holds GPU r of 32 different servers.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Control topology: identical shape (32 leaves, 32 spines, same speeds) but CONSECUTIVE attachment — so any difference is attributable to the rail assignment alone, not the switch layout.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A second topology models the NVLink domain: 128 leaves = 128 servers, 8 GPUs each at 3600 Gbps, 100 ns links.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How NVLink is modelled — and why it was essential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A GPU has TWO attachments: NVLink to its 7 server-mates, and a rail NIC to everything else. A fat-tree gives each host only one, so we run two topologies.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The choice is made per FLOW at connect time (a flow's destination is fixed):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same server -&gt; NVLink topology at NVLink rate;  otherwise -&gt; rail topology at 200G.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The fabric alone was not enough: the HOST send-rate is the binding constraint. Same NVLink path, 64 MB flow: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200G host rate -&gt; 2601 us    vs    3600G host rate -&gt; 145 us   (18x)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Validated on both stacks: intra-server flows hit 145 us; cross-server flows are unchanged (never mis-routed onto NVLink); and a GPU can drive NVLink and its rail NIC simultaneously.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Ablation finding: rails WITHOUT NVLink are actively harmful (IB 2.2x worse than flat) — because rails scatter a server's GPUs across 8 leaves. Rails and NVLink only make sense together.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workloads: rail-AWARE collectives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A rail fabric only pays off if the collective is written for it. Standard collectives are rail-agnostic and would just pay the cost (7/8 of destinations are cross-rail).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Rail-aware all-reduce (hierarchical, as used on DGX):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1. intra-server reduce-scatter over NVLink  2. rail-local all-reduce (recursive halving/doubling)  3. intra-server all-gather over NVLink</a:t>
            </a:r>
          </a:p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222222"/>
                </a:solidFill>
                <a:latin typeface="Calibri"/>
              </a:rPr>
              <a:t>• Rail-aware all-to-all = the MoE dispatch pattern (Mixture-of-Experts routing):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1. NVLink shuffle so data for rail r sits on the GPU at rail r   2. rail-local all-to-all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trades ~1.87x more bytes for perfect locality — the bytes are cheap because they ride NVLink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Both generators assert the key property: every flow is either intra-server or same-rail — 0 flows cross a spine.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Rail results — makespan vs the shape-matched control</a:t>
            </a:r>
          </a:p>
        </p:txBody>
      </p:sp>
      <p:pic>
        <p:nvPicPr>
          <p:cNvPr id="4" name="Picture 3" descr="fig1_rail_vs_fl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43000"/>
            <a:ext cx="10972800" cy="403036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283089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19665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Same switch layout in both; only the host-&gt;leaf assignment differs. IB (blue) gains on every configuration; UET (orange) barely moves.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Rail benefit, and the IB/UET ratio</a:t>
            </a:r>
          </a:p>
        </p:txBody>
      </p:sp>
      <p:pic>
        <p:nvPicPr>
          <p:cNvPr id="4" name="Picture 3" descr="fig2_rail_benefit_and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43000"/>
            <a:ext cx="10972800" cy="382358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076313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12889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Left: rails help IB by 7-33% on all six runs, UET within noise. Right: on MoE all-to-all the stacks converge — and at 100 MB IB is 11% FASTER.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each stack pays on the rail fabric</a:t>
            </a:r>
          </a:p>
        </p:txBody>
      </p:sp>
      <p:pic>
        <p:nvPicPr>
          <p:cNvPr id="4" name="Picture 3" descr="fig3_rail_congestion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143000"/>
            <a:ext cx="10972800" cy="40099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" y="5262701"/>
            <a:ext cx="11091672" cy="658368"/>
          </a:xfrm>
          <a:prstGeom prst="rect">
            <a:avLst/>
          </a:prstGeom>
          <a:solidFill>
            <a:srgbClr val="EE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299277"/>
            <a:ext cx="10698480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1F3864"/>
                </a:solidFill>
                <a:latin typeface="Calibri"/>
              </a:rPr>
              <a:t>Takeaway: Two different currencies: IB burns time in PFC back-pressure (up to ~9.7 s of pause), UET burns bandwidth in retransmissions (up to 3.8 M packets).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9E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Analysis — three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1. Rail-optimization is an IB optimization.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Rails helped IB on all six runs (-7% to -33%); UET stayed within noise (+9% to -8%).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Why: rails are a LOCALITY optimization. IB pins each flow to one path, so keeping traffic on one leaf matters. UET sprays across all paths and has spare bandwidth on a non-blocking fabric, so it is largely indifferent to where traffic goes.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2. On MoE all-to-all the two stacks converge — IB even wins at 100 MB (0.89x).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Versus UET's usual 3-4x lead on all-reduce. This is the sharpest reversal in the study.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3. The mechanism: rail locality does NOT reduce UET's retransmits (~0% change vs flat).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MoE all-to-all makes every GPU receive from its 127 rail peers, so the bottleneck is receiver-side INCAST at the endpoint — not congestion in the fabric.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An endpoint bottleneck cannot be fixed by locality, and cannot be fixed by spray either. That single fact explains all three findings — and why IB's losslessness edges ahead where UET's retransmissions become pure overhead.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Part 1 — flat fabric: a clean speed-vs-robustness trade-off.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UET (lossy spray) is 2-4x faster on well-behaved/permutation traffic and saturates links, but retransmits enormously under congestion and fails to complete the most extreme incasts.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IB (lossless PFC + DCQCN) is slower but never drops a packet, completes every workload UET cannot, and has a better tail on the heavy 1024-node incasts — paying in back-pressure and buffering.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Part 2 — rail-optimized + NVLink: the picture changes.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Rails+NVLink must be adopted together: rails alone are 2.2x WORSE than a flat fabric, because they scatter each server's GPUs across 8 leaves.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Rail-optimization is an IB optimization (-7% to -33% on every run); UET is indifferent, because spray already makes it insensitive to locality.</a:t>
            </a:r>
          </a:p>
          <a:p>
            <a:pPr lvl="1" algn="l">
              <a:spcAft>
                <a:spcPts val="300"/>
              </a:spcAft>
            </a:pPr>
            <a:r>
              <a:rPr sz="1600" b="0" i="0">
                <a:solidFill>
                  <a:srgbClr val="555555"/>
                </a:solidFill>
                <a:latin typeface="Calibri"/>
              </a:rPr>
              <a:t>• On MoE all-to-all the two stacks converge and IB overtakes UET at 100 MB — the workload is bound by receiver-side incast at the endpoint, which neither locality nor spray can relieve.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Overall: which transport wins is workload- and topology-dependent, not absolute. UET's advantage comes from path diversity, so it shrinks exactly where the bottleneck stops being the fabric.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972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Confirm the endpoint-incast explanation directly by instrumenting per-receiver backlog (currently inferred from retransmit behaviour, not measured).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Tune DCQCN (ECN threshold K, min rate) — K=8 was one operating point, never swept.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Adaptive routing for IB (ecmp_ar): would give IB some path diversity and likely close part of the permutation gap.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Rail-aware workloads beyond these two: all-gather / reduce-scatter (FSDP, ZeRO-3) and pipeline-parallel point-to-point.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Sensitivity to the NVLink rate, and to rail count / servers-per-leaf (the sweep fixed 8 rails x 4 leaves).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Larger scale (8192 GPUs) and real AI communication traces (GOAL / ATLAHS).</a:t>
            </a:r>
          </a:p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222222"/>
                </a:solidFill>
                <a:latin typeface="Calibri"/>
              </a:rPr>
              <a:t>• Symmetric fairness metrics: per-flow fairness for trigger-staged workloads needs per-flow start times (currently an artifact for staged collectives).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834640"/>
            <a:ext cx="103327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>
              <a:spcAft>
                <a:spcPts val="600"/>
              </a:spcAft>
            </a:pPr>
            <a:r>
              <a:rPr sz="1800" b="0" i="0">
                <a:solidFill>
                  <a:srgbClr val="CFD8EA"/>
                </a:solidFill>
                <a:latin typeface="Calibri"/>
              </a:rPr>
              <a:t>IB (RoCE/DCQCN) vs Ultra Ethernet — controlled comparison in htsim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